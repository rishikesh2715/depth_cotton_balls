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9144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SCIENCE DEPARTMENT  ·  PROGRESS REPORT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Boll Sizing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RGBD video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pose, occlusion, and confidence — combined per boll, across every frame.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7863840" cy="0"/>
          </a:xfrm>
          <a:prstGeom prst="line">
            <a:avLst/>
          </a:prstGeom>
          <a:noFill/>
          <a:ln w="9525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Rishikesh Rishikesh  ·  Computer Vision Lab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5029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we're doing this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hand-measured boll sampling with a per-recording, per-boll automated pipeline.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3246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709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measurement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bolls per plot, sampled by hand at the end of season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— sampled bolls can't be re-measured for growth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Labor-bound: can't scale to hundreds of plants across many trial blocks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within-season tracking of size change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25880"/>
            <a:ext cx="73152" cy="3246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PIPELINE WILL 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10912" y="17099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Automated, non-destructive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74920" y="228600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visible boll in every frame, every recording pass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Per-boll size estimate with a confidence score the agronomist can trust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Re-measurable: walk the row again next week and track growth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Scales: same pipeline runs on any greenhouse or field recording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Boll Sizing  ·  Soil Science Progress Report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video to per-boll size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Five-stage pipeline. Each stage produces a structured record the next stage can use.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0916" y="1554480"/>
            <a:ext cx="1508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6676" y="1783080"/>
            <a:ext cx="777240" cy="777240"/>
          </a:xfrm>
          <a:prstGeom prst="ellipse">
            <a:avLst/>
          </a:prstGeom>
          <a:solidFill>
            <a:srgbClr val="F5F1E8"/>
          </a:solidFill>
          <a:ln w="19050">
            <a:solidFill>
              <a:srgbClr val="97BC6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385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6" y="2606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0916" y="285292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RGBD video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4924" y="3337560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 color + depth, ~30 fps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084832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44268" y="1554480"/>
            <a:ext cx="1508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10028" y="1783080"/>
            <a:ext cx="777240" cy="777240"/>
          </a:xfrm>
          <a:prstGeom prst="ellipse">
            <a:avLst/>
          </a:prstGeom>
          <a:solidFill>
            <a:srgbClr val="F5F1E8"/>
          </a:solidFill>
          <a:ln w="19050">
            <a:solidFill>
              <a:srgbClr val="97BC6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193852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44268" y="2606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2144268" y="285292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+ segment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208276" y="3337560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each boll, draw its outline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452" y="2084832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817620" y="1554480"/>
            <a:ext cx="1508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183380" y="1783080"/>
            <a:ext cx="777240" cy="777240"/>
          </a:xfrm>
          <a:prstGeom prst="ellipse">
            <a:avLst/>
          </a:prstGeom>
          <a:solidFill>
            <a:srgbClr val="F5F1E8"/>
          </a:solidFill>
          <a:ln w="19050">
            <a:solidFill>
              <a:srgbClr val="97BC6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938528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17620" y="2606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3817620" y="285292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3881628" y="3337560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boll across frames gets one ID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9804" y="2084832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5490972" y="1554480"/>
            <a:ext cx="1508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5856732" y="1783080"/>
            <a:ext cx="777240" cy="777240"/>
          </a:xfrm>
          <a:prstGeom prst="ellipse">
            <a:avLst/>
          </a:prstGeom>
          <a:solidFill>
            <a:srgbClr val="F5F1E8"/>
          </a:solidFill>
          <a:ln w="19050">
            <a:solidFill>
              <a:srgbClr val="97BC62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1938528"/>
            <a:ext cx="457200" cy="4572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490972" y="2606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5490972" y="285292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fusion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5554980" y="3337560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outline + axis into 3D via depth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3156" y="2084832"/>
            <a:ext cx="237744" cy="23774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164324" y="1554480"/>
            <a:ext cx="1508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7530084" y="1783080"/>
            <a:ext cx="777240" cy="777240"/>
          </a:xfrm>
          <a:prstGeom prst="ellipse">
            <a:avLst/>
          </a:prstGeom>
          <a:solidFill>
            <a:srgbClr val="F5F1E8"/>
          </a:solidFill>
          <a:ln w="19050">
            <a:solidFill>
              <a:srgbClr val="97BC62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0104" y="1938528"/>
            <a:ext cx="457200" cy="4572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164324" y="2606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6" name="Text 25"/>
          <p:cNvSpPr/>
          <p:nvPr/>
        </p:nvSpPr>
        <p:spPr>
          <a:xfrm>
            <a:off x="7164324" y="285292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Per-boll record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7228332" y="3337560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+ confidence per recording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85800" y="4069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1691640" y="4069080"/>
            <a:ext cx="6995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are working end-to-end on real recordings. Step 4 (3D fusion) is the active milestone. Step 5 is downstream of it.</a:t>
            </a:r>
            <a:endParaRPr lang="en-US" sz="1300" dirty="0"/>
          </a:p>
        </p:txBody>
      </p:sp>
      <p:sp>
        <p:nvSpPr>
          <p:cNvPr id="41" name="Shape 3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45720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Boll Sizing  ·  Soil Science Progress Report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822960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measurement has confidence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signals together tell the agronomist how much to trust each per-boll size estimate.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99032"/>
            <a:ext cx="365760" cy="36576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48132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36245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Boll location + outline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8992" y="158191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boll is on screen, and its exact shape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18120" y="1444752"/>
            <a:ext cx="731520" cy="274320"/>
          </a:xfrm>
          <a:prstGeom prst="rect">
            <a:avLst/>
          </a:prstGeom>
          <a:solidFill>
            <a:srgbClr val="3D8A4C"/>
          </a:solidFill>
          <a:ln w="12700">
            <a:solidFill>
              <a:srgbClr val="3D8A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444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883664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1956816"/>
            <a:ext cx="365760" cy="36576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03911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192024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 + base keypoints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78992" y="2139696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ends of the boll, each with its own confidence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18120" y="2002536"/>
            <a:ext cx="731520" cy="274320"/>
          </a:xfrm>
          <a:prstGeom prst="rect">
            <a:avLst/>
          </a:prstGeom>
          <a:solidFill>
            <a:srgbClr val="3D8A4C"/>
          </a:solidFill>
          <a:ln w="12700">
            <a:solidFill>
              <a:srgbClr val="3D8A4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18120" y="2002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2441448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6928" y="2514600"/>
            <a:ext cx="365760" cy="36576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59689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78992" y="247802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occluding the boll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078992" y="269748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Nothing, a leaf, a stem, or other — color-coded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818120" y="2560320"/>
            <a:ext cx="731520" cy="274320"/>
          </a:xfrm>
          <a:prstGeom prst="rect">
            <a:avLst/>
          </a:prstGeom>
          <a:solidFill>
            <a:srgbClr val="3D8A4C"/>
          </a:solidFill>
          <a:ln w="12700">
            <a:solidFill>
              <a:srgbClr val="3D8A4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818120" y="2560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2999232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66928" y="3072384"/>
            <a:ext cx="365760" cy="36576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154680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78992" y="303580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is visible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078992" y="3255264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in [0, 1] — how much of the boll the camera sees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818120" y="3118104"/>
            <a:ext cx="731520" cy="274320"/>
          </a:xfrm>
          <a:prstGeom prst="rect">
            <a:avLst/>
          </a:prstGeom>
          <a:solidFill>
            <a:srgbClr val="3D8A4C"/>
          </a:solidFill>
          <a:ln w="12700">
            <a:solidFill>
              <a:srgbClr val="3D8A4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818120" y="3118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57200" y="3557016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66928" y="3630168"/>
            <a:ext cx="365760" cy="36576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712464"/>
            <a:ext cx="201168" cy="20116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78992" y="359359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 measurement validity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078992" y="381304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reliable the depth reading is for this specific boll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7818120" y="3675888"/>
            <a:ext cx="731520" cy="274320"/>
          </a:xfrm>
          <a:prstGeom prst="rect">
            <a:avLst/>
          </a:prstGeom>
          <a:solidFill>
            <a:srgbClr val="C58A2A"/>
          </a:solidFill>
          <a:ln w="12700">
            <a:solidFill>
              <a:srgbClr val="C58A2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818120" y="3675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566928" y="4187952"/>
            <a:ext cx="365760" cy="36576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4270248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078992" y="415137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Multi-frame aggregation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1078992" y="437083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frames showing the same boll into one estimate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7818120" y="4233672"/>
            <a:ext cx="731520" cy="274320"/>
          </a:xfrm>
          <a:prstGeom prst="rect">
            <a:avLst/>
          </a:prstGeom>
          <a:solidFill>
            <a:srgbClr val="C58A2A"/>
          </a:solidFill>
          <a:ln w="12700">
            <a:solidFill>
              <a:srgbClr val="C58A2A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818120" y="4233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 in production today. The remaining 2 are this and next month's work.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45720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Boll Sizing  ·  Soil Science Progress Report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822960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iterations of annotated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expanded the dataset and made validation more honest.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3931920" cy="5029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end-to-end proof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images · 274 boll annotations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camera angles (back + front)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val split (6 images / 32 anns)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Single-point tip + base keypoints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prove the three models can be trained at 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393192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25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· COMBINED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1325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965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trustworthy validation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images · 734 boll annotations  (3× more data)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camera angles (back, front, track-side)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val split (63 images / 264 anns)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keypoint shapes: polygon for tip, rectangle for base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honest val numbers we can publish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Boll Sizing  ·  Soil Science Progress Report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models running in one pass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contributes to one combined per-boll record. They share one input frame.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06040" cy="10972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618488"/>
            <a:ext cx="868680" cy="86868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8013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2944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shape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2278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" y="354787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mAP₀.₅–₀.₉₅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68980" y="132588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8980" y="1325880"/>
            <a:ext cx="2606040" cy="10972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37660" y="1618488"/>
            <a:ext cx="868680" cy="86868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180136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68980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Pose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3268980" y="2944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+ base keypoints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268980" y="32278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3268980" y="354787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 mAP₀.₅–₀.₉₅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080760" y="132588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80760" y="1325880"/>
            <a:ext cx="2606040" cy="10972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49440" y="1618488"/>
            <a:ext cx="868680" cy="86868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801368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80760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Aux head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6080760" y="2944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+ visibility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080760" y="32278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0.019</a:t>
            </a:r>
            <a:endParaRPr lang="en-US" sz="2800" dirty="0"/>
          </a:p>
        </p:txBody>
      </p:sp>
      <p:sp>
        <p:nvSpPr>
          <p:cNvPr id="27" name="Text 22"/>
          <p:cNvSpPr/>
          <p:nvPr/>
        </p:nvSpPr>
        <p:spPr>
          <a:xfrm>
            <a:off x="6080760" y="354787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error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output is one JSON record per boll: box, polygon, two keypoints with confidence, occlusion class, visibility fraction, and a stable track ID.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20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Boll Sizing  ·  Soil Science Progress Report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822960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are, in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set: 63 frames / 264 instances held out from the end of the recording timeline.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25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86200" y="13258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val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val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325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8229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FB9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7099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— mask mAP₀.₅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6200" y="1709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709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709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 outlines match annotation almost exactly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093976"/>
            <a:ext cx="8229600" cy="384048"/>
          </a:xfrm>
          <a:prstGeom prst="rect">
            <a:avLst/>
          </a:prstGeom>
          <a:solidFill>
            <a:srgbClr val="FAF7EE"/>
          </a:solidFill>
          <a:ln w="3810">
            <a:solidFill>
              <a:srgbClr val="BFB9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0939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— mask mAP₀.₅–₀.₉₅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6200" y="20939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0939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23560" y="20939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quality threshold; modest gain on 3× more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478024"/>
            <a:ext cx="8229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FB9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4780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— keypoint mAP₀.₅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24780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4780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24780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+ base nearly always localized within tolerance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862072"/>
            <a:ext cx="8229600" cy="384048"/>
          </a:xfrm>
          <a:prstGeom prst="rect">
            <a:avLst/>
          </a:prstGeom>
          <a:solidFill>
            <a:srgbClr val="FAF7EE"/>
          </a:solidFill>
          <a:ln w="3810">
            <a:solidFill>
              <a:srgbClr val="BFB9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862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— keypoint mAP₀.₅–₀.₉₅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86200" y="28620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28620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28620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OKS threshold; v4 is essentially saturated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8229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BFB9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3246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classifier — accuracy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86200" y="32461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32461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23560" y="32461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had no usable val for this — first real number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630168"/>
            <a:ext cx="8229600" cy="384048"/>
          </a:xfrm>
          <a:prstGeom prst="rect">
            <a:avLst/>
          </a:prstGeom>
          <a:solidFill>
            <a:srgbClr val="FAF7EE"/>
          </a:solidFill>
          <a:ln w="3810">
            <a:solidFill>
              <a:srgbClr val="BFB9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6301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fraction — mean error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86200" y="3630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54880" y="36301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0.019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23560" y="36301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 error in 'fraction visible' — well below the noise floor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FBEFEA"/>
          </a:solidFill>
          <a:ln w="6350">
            <a:solidFill>
              <a:srgbClr val="B85042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06240"/>
            <a:ext cx="320040" cy="32004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051560" y="40690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 issue: aux head correctly flags leaf occlusions only 9% of the time on val. The training set has few leaf-occluded examples relative to other classes. We have a fix in mind.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Boll Sizing  ·  Soil Science Progress Report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22960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these numbers are trustworthy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discipline matters as much as the model.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in time order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(avoid)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075688"/>
            <a:ext cx="100584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2668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2980" y="2075688"/>
            <a:ext cx="100584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8136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3292" y="2075688"/>
            <a:ext cx="100584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98448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03604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13916" y="2075688"/>
            <a:ext cx="100584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19072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4228" y="2075688"/>
            <a:ext cx="100584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9384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34540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9696" y="2075688"/>
            <a:ext cx="100584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4852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0008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55164" y="2075688"/>
            <a:ext cx="100584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65476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70632" y="2075688"/>
            <a:ext cx="100584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5788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80944" y="2075688"/>
            <a:ext cx="100584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86100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91256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6412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01568" y="2075688"/>
            <a:ext cx="100584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06724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2075688"/>
            <a:ext cx="100584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17036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22192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27348" y="2075688"/>
            <a:ext cx="100584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32504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37660" y="207568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4048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frames touch training frames in time → inflated mAP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split (what we did)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2356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7512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2668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7824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82980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8136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93292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98448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03604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08760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13916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19072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24228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29384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034540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39696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44852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50008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455164" y="3172968"/>
            <a:ext cx="100584" cy="2926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60320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65476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70632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75788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80944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86100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91256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96412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01568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06724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11880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17036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22192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927348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32504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137660" y="3172968"/>
            <a:ext cx="100584" cy="2926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35021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is a clean block of unseen scenes from the end of the timeline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57200" y="3931920"/>
            <a:ext cx="164592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8368" y="3895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417320" y="393192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618488" y="389534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val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468880" y="3931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670048" y="38953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val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029200" y="1417320"/>
            <a:ext cx="365760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5029200" y="1417320"/>
            <a:ext cx="73152" cy="3154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276088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5303520" y="1920240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frames are scenes the model has never seen — different camera angles, lighting moments, plant moments.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on the previous slide reflect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generalization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memorization of nearby frames.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benefit: this is the same regime the downstream RGB-D fusion will operate on — measuring bolls in new recording passes.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Boll Sizing  ·  Soil Science Progress Report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22960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viewer — 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every overlay on or off, scrub through frames, click any boll for its full record.</a:t>
            </a:r>
            <a:endParaRPr lang="en-US" sz="1400" dirty="0"/>
          </a:p>
        </p:txBody>
      </p:sp>
      <p:pic>
        <p:nvPicPr>
          <p:cNvPr id="4" name="Image 0" descr="viewer_demo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669280" cy="351495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5669280" cy="3514954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89569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frame · 4 bolls detected · color-coded by occlusion · per-boll track IDs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355080" y="1325880"/>
            <a:ext cx="2331720" cy="3514954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355080" y="1325880"/>
            <a:ext cx="233172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9672" y="13258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19672" y="1828800"/>
            <a:ext cx="2057400" cy="2920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every overlay — box, mask, keypoints, axis, labels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occlusion class or confidence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per-keypoint confidence threshold live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trails show each boll across recent frames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wheel zoom, click + drag to pan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boll for its full numeric record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4617720"/>
            <a:ext cx="8229600" cy="2468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617720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Switching to live demo  —  send the same HTML viewer + frames + JSONs to your team and they can browse it locally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Boll Sizing  ·  Soil Science Progress Report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boll, many measurements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lets us average across frames — but weighted by confidence so blurry or occluded views count less.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boll across 5 consecutive frames: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371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65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82980" y="2331720"/>
            <a:ext cx="777240" cy="914400"/>
          </a:xfrm>
          <a:prstGeom prst="ellipse">
            <a:avLst/>
          </a:prstGeom>
          <a:solidFill>
            <a:srgbClr val="D4A574">
              <a:alpha val="94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= 38 mm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= 0.94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8130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874520"/>
            <a:ext cx="1371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1965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83180" y="2331720"/>
            <a:ext cx="777240" cy="914400"/>
          </a:xfrm>
          <a:prstGeom prst="ellipse">
            <a:avLst/>
          </a:prstGeom>
          <a:solidFill>
            <a:srgbClr val="D4A574">
              <a:alpha val="91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= 39 mm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566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= 0.91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38130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view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86200" y="1874520"/>
            <a:ext cx="1371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86200" y="1965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83380" y="2331720"/>
            <a:ext cx="777240" cy="914400"/>
          </a:xfrm>
          <a:prstGeom prst="ellipse">
            <a:avLst/>
          </a:prstGeom>
          <a:solidFill>
            <a:srgbClr val="D4A574">
              <a:alpha val="42000"/>
            </a:srgbClr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= 32 mm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3566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= 0.42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38130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in the way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1874520"/>
            <a:ext cx="1371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0" y="1965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83580" y="2331720"/>
            <a:ext cx="777240" cy="914400"/>
          </a:xfrm>
          <a:prstGeom prst="ellipse">
            <a:avLst/>
          </a:prstGeom>
          <a:solidFill>
            <a:srgbClr val="D4A574">
              <a:alpha val="88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= 38 mm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3566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= 0.88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38130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view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86600" y="1874520"/>
            <a:ext cx="1371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086600" y="1965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83780" y="2331720"/>
            <a:ext cx="777240" cy="914400"/>
          </a:xfrm>
          <a:prstGeom prst="ellipse">
            <a:avLst/>
          </a:prstGeom>
          <a:solidFill>
            <a:srgbClr val="D4A574">
              <a:alpha val="65000"/>
            </a:srgbClr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= 35 mm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86600" y="3566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= 0.65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38130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occlusion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2976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Confidence-weighted average  →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mm ± 1 mm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(frame 3 down-weighted; partial occlusion contributes proportionally)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Boll Sizing  ·  Soil Science Progress Report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from detections to 3D size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depth channel + the principal axis of each boll to estimate physical size in millimeters.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06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691640"/>
            <a:ext cx="868680" cy="86868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8928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outline + axis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072" y="308152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models you just saw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378" y="201168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68980" y="1417320"/>
            <a:ext cx="2606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137660" y="1691640"/>
            <a:ext cx="868680" cy="86868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92808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6898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Lift into 3D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433572" y="308152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depth at each pixel of the outline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878" y="201168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26480" y="1417320"/>
            <a:ext cx="2606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995160" y="1691640"/>
            <a:ext cx="868680" cy="86868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1892808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2648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 a 3D shape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291072" y="308152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Prolate spheroid → length × width → size in mm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13232" y="3904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RIGHT NEXT STEP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13232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upstream is now stable and structured. The same per-boll JSON record carries every measurement we need — bounding shape, principal axis, occlusion class, and a confidence per piece. Adding the depth lift is incremental, not a rewrite.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5720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Boll Sizing  ·  Soil Science Progress Report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822960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help most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specific gaps in the annotated data would directly unblock the next iteration.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stem-occluded examples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49240" y="13990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HAVE: 7 in train · 60 in val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719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additional stem-occluded annotations in training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9842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the model rarely sees stems in training but is tested on many — the recall numbers reflect that gap directly.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41448"/>
            <a:ext cx="73152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Front-camera annotations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2514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HAVE: 29 frames on disk · 0 annotated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834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small batch (~15-20 frames) of front-camera annotations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09981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currently train on two angles but the field deployment will include front view. Closing this gap proves the model generalizes across all three cameras.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57016"/>
            <a:ext cx="73152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630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“other”-class examples in val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49240" y="3630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HAVE: 0 in val (the sequential tail had none)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39502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Sprinkle frame-edge / boll-on-boll cases into the next annotation pass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21538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put a number on how well we detect “other” until val has some — even 5–10 examples would make the next report meaningful.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56048"/>
            <a:ext cx="54864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Boll Sizing  ·  Soil Science Progress Report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trained models · honest validation · interactive viewer.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2606040" cy="2148840"/>
          </a:xfrm>
          <a:prstGeom prst="rect">
            <a:avLst/>
          </a:prstGeom>
          <a:solidFill>
            <a:srgbClr val="243C24"/>
          </a:solidFill>
          <a:ln w="12700">
            <a:solidFill>
              <a:srgbClr val="243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pipeline, three models, sequential validation, end-to-end inference, interactive viewer.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4408" y="1874520"/>
            <a:ext cx="260604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920240"/>
            <a:ext cx="2606040" cy="2148840"/>
          </a:xfrm>
          <a:prstGeom prst="rect">
            <a:avLst/>
          </a:prstGeom>
          <a:solidFill>
            <a:srgbClr val="243C24"/>
          </a:solidFill>
          <a:ln w="12700">
            <a:solidFill>
              <a:srgbClr val="243C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93008" y="24231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 fusion to turn 2D detections + depth into per-boll size in millimeters.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71616" y="1874520"/>
            <a:ext cx="260604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1920240"/>
            <a:ext cx="2606040" cy="2148840"/>
          </a:xfrm>
          <a:prstGeom prst="rect">
            <a:avLst/>
          </a:prstGeom>
          <a:solidFill>
            <a:srgbClr val="243C24"/>
          </a:solidFill>
          <a:ln w="12700">
            <a:solidFill>
              <a:srgbClr val="243C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YOU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0216" y="24231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annotated frames in three specific gaps (previous slide). Each gap directly unblocks one downstream metric.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229600" cy="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requests, ideas:  Rishikesh Rishikesh  ·  rishikesh3304@gmail.com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Cotton Boll Sizing — Soil Science Progress Report</dc:title>
  <dc:subject>PptxGenJS Presentation</dc:subject>
  <dc:creator>Rishikesh Rishikesh</dc:creator>
  <cp:lastModifiedBy>Rishikesh Rishikesh</cp:lastModifiedBy>
  <cp:revision>1</cp:revision>
  <dcterms:created xsi:type="dcterms:W3CDTF">2026-06-09T20:25:48Z</dcterms:created>
  <dcterms:modified xsi:type="dcterms:W3CDTF">2026-06-09T20:25:48Z</dcterms:modified>
</cp:coreProperties>
</file>